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 Mountains punish small failures. A slip becomes a fall; storm debris blocks the route. The G1 we bring to the Himalayas needs skills that use alpine tools, recover, and know when to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0:15–0:30 — Optimus Prime built four skills: ice-axe self-arrest, fixed-line recovery, controlled rappel, and coordinated lifting that shares a long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0:30–0:47 — The single-robot skills use MuJoCo PPO. Self-arrest maps 125 measurements through two 256-unit layers to 14 arm residuals at 100 hertz. Rewards require real pick contact, load, blade angle, grip, and body pose. The curriculum expands from gentle slides to five meters per second with cross-slope and adversarial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0:47–1:04 — In Isaac Lab, one shared MAPPO actor embeds 98 local features and seven-value teammate tokens with four-head attention. It outputs ten commands per G1 while frozen AGILE controls the legs. A central critic trains a team reward for tracking, levelness, load balance, and staying upright; the curriculum adds transport, turning, and heavier 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1:04–1:17 — At inference, LiveKit carries state and voice. One uplink per robot feeds every actor. The agent answers telemetry questions and turns ‘move the log’ into a confirmed, gated start intent. Local policies still control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1:17–1:30 — Frozen tests arrested nine of nine named and sixty of sixty randomized falls. Rappel descended two meters; the lift split load evenly. Now,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EC"/>
        </a:solidFill>
      </p:bgPr>
    </p:bg>
    <p:spTree>
      <p:nvGrpSpPr>
        <p:cNvPr id="1" name=""/>
        <p:cNvGrpSpPr/>
        <p:nvPr/>
      </p:nvGrpSpPr>
      <p:grpSpPr>
        <a:xfrm>
          <a:off x="0" y="0"/>
          <a:ext cx="0" cy="0"/>
          <a:chOff x="0" y="0"/>
          <a:chExt cx="0" cy="0"/>
        </a:xfrm>
      </p:grpSpPr>
      <p:pic>
        <p:nvPicPr>
          <p:cNvPr id="2" name="Image 0" descr="/Users/npow/code/g1-expedition/submission/build/cards/pitch_problem.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C"/>
        </a:solidFill>
      </p:bgPr>
    </p:bg>
    <p:spTree>
      <p:nvGrpSpPr>
        <p:cNvPr id="1" name=""/>
        <p:cNvGrpSpPr/>
        <p:nvPr/>
      </p:nvGrpSpPr>
      <p:grpSpPr>
        <a:xfrm>
          <a:off x="0" y="0"/>
          <a:ext cx="0" cy="0"/>
          <a:chOff x="0" y="0"/>
          <a:chExt cx="0" cy="0"/>
        </a:xfrm>
      </p:grpSpPr>
      <p:pic>
        <p:nvPicPr>
          <p:cNvPr id="2" name="Image 0" descr="/Users/npow/code/g1-expedition/submission/build/cards/pitch_skills.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C"/>
        </a:solidFill>
      </p:bgPr>
    </p:bg>
    <p:spTree>
      <p:nvGrpSpPr>
        <p:cNvPr id="1" name=""/>
        <p:cNvGrpSpPr/>
        <p:nvPr/>
      </p:nvGrpSpPr>
      <p:grpSpPr>
        <a:xfrm>
          <a:off x="0" y="0"/>
          <a:ext cx="0" cy="0"/>
          <a:chOff x="0" y="0"/>
          <a:chExt cx="0" cy="0"/>
        </a:xfrm>
      </p:grpSpPr>
      <p:pic>
        <p:nvPicPr>
          <p:cNvPr id="2" name="Image 0" descr="/Users/npow/code/g1-expedition/submission/build/cards/ppo_training.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C"/>
        </a:solidFill>
      </p:bgPr>
    </p:bg>
    <p:spTree>
      <p:nvGrpSpPr>
        <p:cNvPr id="1" name=""/>
        <p:cNvGrpSpPr/>
        <p:nvPr/>
      </p:nvGrpSpPr>
      <p:grpSpPr>
        <a:xfrm>
          <a:off x="0" y="0"/>
          <a:ext cx="0" cy="0"/>
          <a:chOff x="0" y="0"/>
          <a:chExt cx="0" cy="0"/>
        </a:xfrm>
      </p:grpSpPr>
      <p:pic>
        <p:nvPicPr>
          <p:cNvPr id="2" name="Image 0" descr="/Users/npow/code/g1-expedition/submission/build/cards/mappo_training.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C"/>
        </a:solidFill>
      </p:bgPr>
    </p:bg>
    <p:spTree>
      <p:nvGrpSpPr>
        <p:cNvPr id="1" name=""/>
        <p:cNvGrpSpPr/>
        <p:nvPr/>
      </p:nvGrpSpPr>
      <p:grpSpPr>
        <a:xfrm>
          <a:off x="0" y="0"/>
          <a:ext cx="0" cy="0"/>
          <a:chOff x="0" y="0"/>
          <a:chExt cx="0" cy="0"/>
        </a:xfrm>
      </p:grpSpPr>
      <p:pic>
        <p:nvPicPr>
          <p:cNvPr id="2" name="Image 0" descr="/Users/npow/code/g1-expedition/submission/build/cards/livekit_voice.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C"/>
        </a:solidFill>
      </p:bgPr>
    </p:bg>
    <p:spTree>
      <p:nvGrpSpPr>
        <p:cNvPr id="1" name=""/>
        <p:cNvGrpSpPr/>
        <p:nvPr/>
      </p:nvGrpSpPr>
      <p:grpSpPr>
        <a:xfrm>
          <a:off x="0" y="0"/>
          <a:ext cx="0" cy="0"/>
          <a:chOff x="0" y="0"/>
          <a:chExt cx="0" cy="0"/>
        </a:xfrm>
      </p:grpSpPr>
      <p:pic>
        <p:nvPicPr>
          <p:cNvPr id="2" name="Image 0" descr="/Users/npow/code/g1-expedition/submission/build/cards/evidence.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Optimus Prime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G1 Expedition — detailed 90-second pitch</dc:title>
  <dc:subject>Himalaya Robotics Hackathon 2026</dc:subject>
  <dc:creator>Optimus Prime</dc:creator>
  <cp:lastModifiedBy>Optimus Prime</cp:lastModifiedBy>
  <cp:revision>1</cp:revision>
  <dcterms:created xsi:type="dcterms:W3CDTF">2026-08-30T22:26:23Z</dcterms:created>
  <dcterms:modified xsi:type="dcterms:W3CDTF">2026-08-30T22:26:23Z</dcterms:modified>
</cp:coreProperties>
</file>