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0:00–0:15 — The mountain amplifies small errors. Our goal is simple: when G1 slips, reaches a cliff, or finds a blocked route, it can recover or keep moving without sending a person into danger.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0:15–0:30 — We built four skills: stop a slide, recover on a fixed line, descend under control, and move a load that one robot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0:30–0:45 — In MuJoCo, 125 observation features enter a compact PPO policy for single-robot skills. Physical reward shaping enforces true pick contact and blade angle, while curriculum learning progresses from easy slides to fast cross-slope falls.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0:45–1:00 — In Isaac Sim, every G1 runs the same MAPPO actor trained with centralized team reward shaping for load balance and levelness. A multi-agent curriculum teaches lift first, then carry, turn, and heavier loads.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1:00–1:15 — LiveKit is the field bus. Each robot publishes one state stream. Voice can ask for load or issue ‘move the log’; confirmation gates the mission, while local policies control joints.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1:15–1:30 — The C.L.I.M.B. roadmap captures the open sim-to-real challenges: contact dynamics on snow, harsh lighting &amp; whiteouts, offline inter-robot comms, rope mechanics, and unassisted balance.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pow/code/g1-expedition/submission/build/cards/simple_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pow/code/g1-expedition/submission/build/cards/pitch_skil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pow/code/g1-expedition/submission/build/cards/simple_p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pow/code/g1-expedition/submission/build/cards/simple_map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pow/code/g1-expedition/submission/build/cards/simple_livek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pow/code/g1-expedition/submission/build/cards/simple_open_challen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Optimus Prime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Optimus Prime - Expedition Skills for Humanoid Mountaineering (Simplified 90s)</dc:title>
  <dc:subject>Himalaya Robotics Hackathon 2026</dc:subject>
  <dc:creator>Optimus Prime</dc:creator>
  <cp:lastModifiedBy>Optimus Prime</cp:lastModifiedBy>
  <cp:revision>1</cp:revision>
  <dcterms:created xsi:type="dcterms:W3CDTF">2026-08-30T23:45:05Z</dcterms:created>
  <dcterms:modified xsi:type="dcterms:W3CDTF">2026-08-30T23:45:05Z</dcterms:modified>
</cp:coreProperties>
</file>