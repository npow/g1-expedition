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 — The mountain amplifies small errors. Our goal is simple: when G1 slips, reaches a cliff, or finds a blocked route, it can recover or keep moving without sending a person into danger.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0:15–0:30 — We built four skills: stop a slide, recover on a fixed line, descend under control, and move a load that one robot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0:30–0:45 — For single-robot skills, 125 observation features enter a compact PPO policy and become arm commands. Training starts with easy falls and expands to fast, cross-slope cases. Success only counts when the axe physically bites.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0:45–1:00 — For lifting, every G1 runs the same MAPPO actor. It combines local state with teammate tokens and outputs ten high-level commands. We teach lift first, then carry, turn, and heavier 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1:00–1:15 — LiveKit is the field bus. Each robot publishes one state stream. Voice can ask for load or issue ‘move the log’; confirmation gates the mission, while local policies control joints.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1:15–1:30 — Frozen tests: sixty-nine of sixty-nine arrests, recovery to standing on an icy fixed line, a two-meter rappel, and a fifty-fifty target load split. Now,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pitch_skil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p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map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live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Optimus Prime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G1 Expedition — simplified 90-second pitch</dc:title>
  <dc:subject>Himalaya Robotics Hackathon 2026</dc:subject>
  <dc:creator>Optimus Prime</dc:creator>
  <cp:lastModifiedBy>Optimus Prime</cp:lastModifiedBy>
  <cp:revision>1</cp:revision>
  <dcterms:created xsi:type="dcterms:W3CDTF">2026-08-30T22:26:22Z</dcterms:created>
  <dcterms:modified xsi:type="dcterms:W3CDTF">2026-08-30T22:26:22Z</dcterms:modified>
</cp:coreProperties>
</file>